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Thinking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synthétique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(introduction)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Approche centrée sur l'humain pour résoudre des problèmes complexes.</a:t>
            </a:r>
          </a:p>
          <a:p>
            <a:pPr/>
            <a:r>
              <a:t>Allie empathie, créativité et expérimentation.</a:t>
            </a:r>
          </a:p>
          <a:p>
            <a:pPr/>
            <a:r>
              <a:t>Utilisable pour produits, services et processus internes.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Étapes du Design Thinking (processus)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Empathiser</a:t>
            </a:r>
          </a:p>
          <a:p>
            <a:pPr lvl="1"/>
            <a:r>
              <a:t>Observer et interviewer pour comprendre besoins et motivations</a:t>
            </a:r>
          </a:p>
          <a:p>
            <a:pPr lvl="1"/>
            <a:r>
              <a:t>Cartographier parcours et irritants</a:t>
            </a:r>
          </a:p>
          <a:p>
            <a:pPr/>
            <a:r>
              <a:t>2. Définir</a:t>
            </a:r>
          </a:p>
          <a:p>
            <a:pPr lvl="1"/>
            <a:r>
              <a:t>Reformuler le problème du point de vue utilisateur</a:t>
            </a:r>
          </a:p>
          <a:p>
            <a:pPr lvl="1"/>
            <a:r>
              <a:t>Définir objectifs, contraintes et critères de succès</a:t>
            </a:r>
          </a:p>
          <a:p>
            <a:pPr/>
            <a:r>
              <a:t>3. Idéer</a:t>
            </a:r>
          </a:p>
          <a:p>
            <a:pPr lvl="1"/>
            <a:r>
              <a:t>Générer de nombreuses idées sans jugement</a:t>
            </a:r>
          </a:p>
          <a:p>
            <a:pPr lvl="1"/>
            <a:r>
              <a:t>Techniques: brainstorming, SCAMPER, 6 chapeaux</a:t>
            </a:r>
          </a:p>
          <a:p>
            <a:pPr/>
            <a:r>
              <a:t>4. Prototyper</a:t>
            </a:r>
          </a:p>
          <a:p>
            <a:pPr lvl="1"/>
            <a:r>
              <a:t>Donner forme rapidement (papier, maquette, clic-dummy)</a:t>
            </a:r>
          </a:p>
          <a:p>
            <a:pPr lvl="1"/>
            <a:r>
              <a:t>Apprendre à moindre coût</a:t>
            </a:r>
          </a:p>
          <a:p>
            <a:pPr/>
            <a:r>
              <a:t>5. Tester</a:t>
            </a:r>
          </a:p>
          <a:p>
            <a:pPr lvl="1"/>
            <a:r>
              <a:t>Faire essayer aux utilisateurs, recueillir des retours</a:t>
            </a:r>
          </a:p>
          <a:p>
            <a:pPr lvl="1"/>
            <a:r>
              <a:t>Itérer et ajuster la solution</a:t>
            </a:r>
          </a:p>
          <a:p>
            <a:pPr/>
            <a:r>
              <a:t>Cycle itératif</a:t>
            </a:r>
          </a:p>
          <a:p>
            <a:pPr lvl="1"/>
            <a:r>
              <a:t>Allers-retours fréquents entre les étapes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 Design Thinking est-il puissant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Focalisation sur la valeur utilisateur → meilleure adoption.</a:t>
            </a:r>
          </a:p>
          <a:p>
            <a:pPr/>
            <a:r>
              <a:t>Réduction du risque via prototypes et tests précoces.</a:t>
            </a:r>
          </a:p>
          <a:p>
            <a:pPr/>
            <a:r>
              <a:t>Cadre collaboratif stimulant la créativité d'équipe.</a:t>
            </a:r>
          </a:p>
          <a:p>
            <a:pPr/>
            <a:r>
              <a:t>Apprentissages rapides pour décider plus vite.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Passer de l'insight à l'impact par l'expérimentation.</a:t>
            </a:r>
          </a:p>
          <a:p>
            <a:pPr/>
            <a:r>
              <a:t>Adopter empathie, itération et co-conception.</a:t>
            </a:r>
          </a:p>
          <a:p>
            <a:pPr/>
            <a:r>
              <a:t>Commencer petit: un sprint, un prototype, un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