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Design Thinking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Présentation synthétique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Approche centrée utilisateur pour innover et résoudre des problèmes.</a:t>
            </a:r>
          </a:p>
          <a:p>
            <a:pPr/>
            <a:r>
              <a:t>Combine empathie, créativité et expérimentation.</a:t>
            </a:r>
          </a:p>
          <a:p>
            <a:pPr/>
            <a:r>
              <a:t>Multidisciplinaire : design, business, technologie.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Processus du Design Thinking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Empathiser</a:t>
            </a:r>
          </a:p>
          <a:p>
            <a:pPr lvl="1"/>
            <a:r>
              <a:t>Comprendre les besoins réels des utilisateurs</a:t>
            </a:r>
          </a:p>
          <a:p>
            <a:pPr lvl="1"/>
            <a:r>
              <a:t>Observer, interviewer, cartographier les parcours</a:t>
            </a:r>
          </a:p>
          <a:p>
            <a:pPr/>
            <a:r>
              <a:t>2. Définir</a:t>
            </a:r>
          </a:p>
          <a:p>
            <a:pPr lvl="1"/>
            <a:r>
              <a:t>Formuler le problème comme un point de vue utilisateur</a:t>
            </a:r>
          </a:p>
          <a:p>
            <a:pPr lvl="1"/>
            <a:r>
              <a:t>Cadrer avec objectifs et critères</a:t>
            </a:r>
          </a:p>
          <a:p>
            <a:pPr/>
            <a:r>
              <a:t>3. Idéer</a:t>
            </a:r>
          </a:p>
          <a:p>
            <a:pPr lvl="1"/>
            <a:r>
              <a:t>Générer un grand nombre d'idées sans juger</a:t>
            </a:r>
          </a:p>
          <a:p>
            <a:pPr lvl="1"/>
            <a:r>
              <a:t>Techniques: brainstorming, SCAMPER, 6 chapeaux</a:t>
            </a:r>
          </a:p>
          <a:p>
            <a:pPr/>
            <a:r>
              <a:t>4. Prototyper</a:t>
            </a:r>
          </a:p>
          <a:p>
            <a:pPr lvl="1"/>
            <a:r>
              <a:t>Construire des maquettes rapides (low/high fidelity)</a:t>
            </a:r>
          </a:p>
          <a:p>
            <a:pPr lvl="1"/>
            <a:r>
              <a:t>Rendre les idées tangibles pour apprendre</a:t>
            </a:r>
          </a:p>
          <a:p>
            <a:pPr/>
            <a:r>
              <a:t>5. Tester</a:t>
            </a:r>
          </a:p>
          <a:p>
            <a:pPr lvl="1"/>
            <a:r>
              <a:t>Recueillir des retours utilisateurs sur les prototypes</a:t>
            </a:r>
          </a:p>
          <a:p>
            <a:pPr lvl="1"/>
            <a:r>
              <a:t>Itérer et affiner la solution</a:t>
            </a:r>
          </a:p>
          <a:p>
            <a:pPr/>
            <a:r>
              <a:t>(Itératif)</a:t>
            </a:r>
          </a:p>
          <a:p>
            <a:pPr lvl="1"/>
            <a:r>
              <a:t>Allers-retours fréquents entre étapes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le Design Thinking est puissant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Focalisé sur la valeur utilisateur → meilleure adoption.</a:t>
            </a:r>
          </a:p>
          <a:p>
            <a:pPr/>
            <a:r>
              <a:t>Réduit le risque grâce aux prototypes et tests précoces.</a:t>
            </a:r>
          </a:p>
          <a:p>
            <a:pPr/>
            <a:r>
              <a:t>Favorise la créativité et l'alignement d'équipe.</a:t>
            </a:r>
          </a:p>
          <a:p>
            <a:pPr/>
            <a:r>
              <a:t>Accélère l'apprentissage et la prise de décision.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Méthode pragmatique pour passer de l'insight à l'impact.</a:t>
            </a:r>
          </a:p>
          <a:p>
            <a:pPr/>
            <a:r>
              <a:t>Adopter une posture d'empathie, d'expérimentation et d'itération.</a:t>
            </a:r>
          </a:p>
          <a:p>
            <a:pPr/>
            <a:r>
              <a:t>Commencer petit: un sprint, un prototype, un test utilisateur.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